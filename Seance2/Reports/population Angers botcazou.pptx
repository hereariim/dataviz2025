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Habitants au km carré en 2007</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habitants par tranche d'ages en 2007</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de moins de 15 ans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entre 15 et 29 ans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entre 30 et 45 ans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entre 45 et 75 ans </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de moins de 15 ans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entre 15 et 29 ans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entre 30 et 45 ans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d'habitants entre 45 et 75 ans </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Evolution du nombre d'habitant an km carré entre 1990 et 2012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Répartition des classes d'âges en 2007</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Répartition des classes d'âges en 1999</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ec4539c0-d3da-4aef-8783-2cdb7710e308?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6ca7dcec345f4461" /><Relationship Type="http://schemas.openxmlformats.org/officeDocument/2006/relationships/slideLayout" Target="/ppt/slideLayouts/slideLayout8.xml" Id="R70fef7cc93294213" /><Relationship Type="http://schemas.openxmlformats.org/officeDocument/2006/relationships/hyperlink" Target="https://app.powerbi.com/groups/me/reports/ec4539c0-d3da-4aef-8783-2cdb7710e308/?pbi_source=PowerPoint" TargetMode="External" Id="RelId0" /><Relationship Type="http://schemas.openxmlformats.org/officeDocument/2006/relationships/image" Target="/ppt/media/image4.png" Id="imgId22054968"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ca247bfc084a4745" /><Relationship Type="http://schemas.openxmlformats.org/officeDocument/2006/relationships/slideLayout" Target="/ppt/slideLayouts/slideLayout8.xml" Id="R3bb4159d0d5540b6" /><Relationship Type="http://schemas.openxmlformats.org/officeDocument/2006/relationships/hyperlink" Target="https://app.powerbi.com/groups/me/reports/ec4539c0-d3da-4aef-8783-2cdb7710e308/?pbi_source=PowerPoint" TargetMode="External" Id="RelId1" /><Relationship Type="http://schemas.openxmlformats.org/officeDocument/2006/relationships/image" Target="/ppt/media/image5.png" Id="imgId22054969"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520580fad9b24148" /><Relationship Type="http://schemas.openxmlformats.org/officeDocument/2006/relationships/slideLayout" Target="/ppt/slideLayouts/slideLayout8.xml" Id="R79a06c4f600340ac" /><Relationship Type="http://schemas.openxmlformats.org/officeDocument/2006/relationships/hyperlink" Target="https://app.powerbi.com/groups/me/reports/ec4539c0-d3da-4aef-8783-2cdb7710e308/?pbi_source=PowerPoint" TargetMode="External" Id="RelId2" /><Relationship Type="http://schemas.openxmlformats.org/officeDocument/2006/relationships/image" Target="/ppt/media/image6.png" Id="imgId2205497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1343355b1fdb4340" /><Relationship Type="http://schemas.openxmlformats.org/officeDocument/2006/relationships/slideLayout" Target="/ppt/slideLayouts/slideLayout8.xml" Id="R744d3e515d264b1c" /><Relationship Type="http://schemas.openxmlformats.org/officeDocument/2006/relationships/hyperlink" Target="https://app.powerbi.com/groups/me/reports/ec4539c0-d3da-4aef-8783-2cdb7710e308/?pbi_source=PowerPoint" TargetMode="External" Id="RelId3" /><Relationship Type="http://schemas.openxmlformats.org/officeDocument/2006/relationships/image" Target="/ppt/media/image7.png" Id="imgId22054971"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population Angers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13/10/2023 09:57:46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13/10/2023 08:06:44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Habitants au km carré en 2007 ,habitants par tranche d'ages en 2007.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2205496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extbox ,Nombre d'habitants de moins de 15 ans  ,Nombre d'habitants entre 15 et 29 ans  ,Nombre d'habitants entre 30 et 45 ans  ,Nombre d'habitants entre 45 et 75 ans .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2205496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2</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textbox ,Nombre d'habitants de moins de 15 ans  ,Nombre d'habitants entre 15 et 29 ans  ,Nombre d'habitants entre 30 et 45 ans  ,Nombre d'habitants entre 45 et 75 ans .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2205497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3</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Evolution du nombre d'habitant an km carré entre 1990 et 2012 ,Répartition des classes d'âges en 2007 ,Répartition des classes d'âges en 1999.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2205497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4</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